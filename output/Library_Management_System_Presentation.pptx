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पहले 10 seconds सबसे important hain. Audience को बताइए कि ये सिर्फ एक college project नहीं — ये एक end-to-end engineered system hai jisme authentication, authorization, data layer, GUI और analytics — सब कुछ एक साथ integrate है।</a:t>
            </a:r>
          </a:p>
          <a:p/>
          <a:p>
            <a:r>
              <a:t>Deep Dive: Mention कीजिए कि codebase में 15+ modules हैं और एक clean separation of concerns follow किया गया है (db / auth / security / GUI / business logic — सब अलग files में).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Audience का emotional connection यहाँ बनता hai. Ek real example dijiye: Imagine kariye ek 5000-student college jahan har din 200 books issue hoti hain — manually track karna practically impossible है।</a:t>
            </a:r>
          </a:p>
          <a:p/>
          <a:p>
            <a:r>
              <a:t>Deep Dive: Industry stat add कीजिए — NDLI report ke according, India में 60%+ academic libraries अभी bhi hybrid/manual systems पर हैं। यह credibility add करता है।</a:t>
            </a:r>
          </a:p>
          <a:p/>
          <a:p>
            <a:r>
              <a:t>Animation suggestion: Staggered reveal — हर pain point एक-एक करके slide-in (left to right, 0.3s gap). Red accents pulse subtly to create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यह slide problem से solution का aha moment है। एक hi line में बताइए: जो 6 अलग-अलग tools चाहिए थे, वो अब एक single Python application में हैं।</a:t>
            </a:r>
          </a:p>
          <a:p/>
          <a:p>
            <a:r>
              <a:t>Deep Dive: Highlight कीजिए कि multi-institution support architecture-level decision है — हर query में InstitutionID filter है, जो data isolation guarantee करता है।</a:t>
            </a:r>
          </a:p>
          <a:p/>
          <a:p>
            <a:r>
              <a:t>Animation: Mockup screens slide-in from depth. Feature icons orbit-rotate once around the mockup, then settle in hexagon. Each icon bounce-in with 0.2s stagger.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Architecture slide में technical confidence दिखाना ज़रूरी है। बोलिए: हमने consciously separation of concerns follow किया है — GUI बदले तो logic को हाथ नहीं लगाना पड़ता, DB बदले तो UI safe रहती है।</a:t>
            </a:r>
          </a:p>
          <a:p/>
          <a:p>
            <a:r>
              <a:t>Deep Dive: Mention कीजिए कि db.py एक factory pattern implement करता है — यह future में connection pooling या PostgreSQL migration को आसान बना देता है।</a:t>
            </a:r>
          </a:p>
          <a:p/>
          <a:p>
            <a:r>
              <a:t>Animation: Build-up reveal — bottom layer first, then middle, then top. Data flow arrows pulse in a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Tech stack slide पे सिर्फ logos मत दिखाओ — हर choice के पीछे reason बताओ। Example: MySQL चुना because relational data (Books → Transactions → Members) के लिए SQL JOINs सबसे efficient हैं।</a:t>
            </a:r>
          </a:p>
          <a:p/>
          <a:p>
            <a:r>
              <a:t>Deep Dive: Mention कीजिए कि bcrypt deliberately slow है — यह brute-force attacks से protect करता है, जो plain SHA-256 नहीं कर सकता।</a:t>
            </a:r>
          </a:p>
          <a:p/>
          <a:p>
            <a:r>
              <a:t>Animation: Logos fly-in from edges of the slide and snap into hexagon positions. Glow pulse on each logo as it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यहाँ सबसे impactful 1-2 features पे focus करो, बाकी का brief overview दो। मेरा suggestion — fine calculation और messaging system demo करो, क्योंकि ये real-world utility दिखाते हैं।</a:t>
            </a:r>
          </a:p>
          <a:p/>
          <a:p>
            <a:r>
              <a:t>Deep Dive: Auto-fine logic interesting है — (date.today() - due_date).days * 5. साथ में बता सकते हो कि edge case (early return) भी handle होता है with 'if late &gt; 0' check।</a:t>
            </a:r>
          </a:p>
          <a:p/>
          <a:p>
            <a:r>
              <a:t>Animation: Cards flip-in one by one (like dealing playing cards). On hover, card tilts in 3D.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Audience को बता दो कि schema 3NF normalized है — कोई redundant data नहीं। Example: book का title सिर्फ Books table में, transactions सिर्फ BookID को reference करते हैं।</a:t>
            </a:r>
          </a:p>
          <a:p/>
          <a:p>
            <a:r>
              <a:t>Deep Dive: UserMessages table runtime पे CREATE TABLE IF NOT EXISTS से बनती है — यह self-healing schema approach है, जो deployment को foolproof बनाता है।</a:t>
            </a:r>
          </a:p>
          <a:p/>
          <a:p>
            <a:r>
              <a:t>Animation: Each table box fades in in dependency order (Institutions first, then Users/Members/Books, then Transactions). FK lines animate-draw between connected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इस slide पे एक live walk-through करो — actual code snippets दिखा सकते हो auth.py से। Audience को relate करने में मदद मिलेगी।</a:t>
            </a:r>
          </a:p>
          <a:p/>
          <a:p>
            <a:r>
              <a:t>Deep Dive: Mention करो कि dual-table fallback (Users + Members) एक deliberate design choice है — Admins और end-users को अलग tables में रखने से permission management cleaner होता है, but login experience unified रहता है।</a:t>
            </a:r>
          </a:p>
          <a:p/>
          <a:p>
            <a:r>
              <a:t>Animation: Flowchart draws itself sequentially. A glowing "request" particle travels along the flow showing real-time data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Security slide पे confidence दिखाना सबसे important है। बोलो: हमने OWASP Top 10 के principles को mind में रखके design किया — A02 (Cryptographic Failures), A03 (Injection), A07 (Authentication Failures) — सब address किए गए हैं।</a:t>
            </a:r>
          </a:p>
          <a:p/>
          <a:p>
            <a:r>
              <a:t>Deep Dive: bcrypt vs SHA-256 का comparison करो — SHA-256 1 second में billions hashes कर सकता है, bcrypt deliberately ~100ms लेता है — यह attacker के लिए game over है।</a:t>
            </a:r>
          </a:p>
          <a:p/>
          <a:p>
            <a:r>
              <a:t>Animation: Shield assembles layer-by-layer from outside-in. Each layer glows as it locks into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Audience यहाँ engineer की problem-solving maturity judge करती है। सिर्फ 'क्या किया' मत बताओ — 'क्यों एक problem थी' और 'क्यों ये solution चुना' — दोनों explain करो।</a:t>
            </a:r>
          </a:p>
          <a:p/>
          <a:p>
            <a:r>
              <a:t>Deep Dive: fix_passwords.py migration script का mention करना important — यह दिखाता है कि real-world systems में legacy data migration एक serious concern होता है, और तुमने handle किया।</a:t>
            </a:r>
          </a:p>
          <a:p/>
          <a:p>
            <a:r>
              <a:t>Animation: Climber animates across the mountain range from left to right. Each peak lights up as climber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Scalability slide पे vision दिखाना ज़रूरी है। बोलो: ये सिर्फ एक desktop app नहीं — ये एक platform foundation है जिसे हम SaaS भी बना सकते हैं।</a:t>
            </a:r>
          </a:p>
          <a:p/>
          <a:p>
            <a:r>
              <a:t>Deep Dive: Mention करो कि current schema already multi-tenant ready है — SaaS conversion के लिए सिर्फ authentication layer को OAuth/JWT पे shift करना होगा, बाकी सब काम करेगा।</a:t>
            </a:r>
          </a:p>
          <a:p/>
          <a:p>
            <a:r>
              <a:t>Animation: Timeline draws left-to-right like a progress bar. Each milestone flag plants itself with a small bounce.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Pro-Tip: Closing impactful बनाओ। Last 30 seconds में audience याद रखेगी — इसलिए one strong sentence से band करो। Suggested: अगर आज कोई library मुझे ये system deploy करने को कहे — मैं कल से ready हूँ।</a:t>
            </a:r>
          </a:p>
          <a:p/>
          <a:p>
            <a:r>
              <a:t>Deep Dive: Q&amp;A के लिए तैयार रहो। Common questions:</a:t>
            </a:r>
          </a:p>
          <a:p>
            <a:r>
              <a:t>• Tkinter क्यों, web क्यों नहीं? (answer: rapid prototyping + offline-first)</a:t>
            </a:r>
          </a:p>
          <a:p>
            <a:r>
              <a:t>• MySQL क्यों, MongoDB क्यों नहीं? (answer: relational data structure, ACID compliance)</a:t>
            </a:r>
          </a:p>
          <a:p>
            <a:r>
              <a:t>• Production में deploy करने में कितना time लगेगा? (answer: schema + bcrypt हैं, सिर्फ deployment infra setup)</a:t>
            </a:r>
          </a:p>
          <a:p/>
          <a:p>
            <a:r>
              <a:t>Animation: Thank You fades in with scale-up effect. QR codes slide-in from sides. Background particles drift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274320"/>
            <a:ext cx="26517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Calibri"/>
              </a:rPr>
              <a:t>PROJECT PRESENTATION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Multi-Role Library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 i="1">
                <a:solidFill>
                  <a:srgbClr val="F1C40F"/>
                </a:solidFill>
                <a:latin typeface="Calibri"/>
              </a:rPr>
              <a:t>एक पूर्ण Production-Grade Desktop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B0B8C4"/>
                </a:solidFill>
                <a:latin typeface="Calibri"/>
              </a:rPr>
              <a:t>Python  •  Tkinter  •  MySQL  •  bcrypt  •  Matplotlib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5212080"/>
            <a:ext cx="4297680" cy="100584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534924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B0B8C4"/>
                </a:solidFill>
                <a:latin typeface="Calibri"/>
              </a:rPr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5623560"/>
            <a:ext cx="42976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Ajeet Prasad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598932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 i="1">
                <a:solidFill>
                  <a:srgbClr val="F1C40F"/>
                </a:solidFill>
                <a:latin typeface="Calibri"/>
              </a:rPr>
              <a:t>Senior Developer  |  Full-Stack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आज भी 70% libraries manual registers पर depend करती हैं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91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Manual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Books का manual record → lost data और human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91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Inconsistent Fines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Late returns पर fine calculation में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🧑‍🤝‍🧑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691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No Unified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Multiple roles के लिए कोई single platform नहीं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3375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No Multi-Org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College chains के लिए data isolation possible नहीं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004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33756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3375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Weak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840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Plain-text passwords — serious security risk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2004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33756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3375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Poor Communication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Student और Admin के बीच कोई proper channel नहीं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46320"/>
            <a:ext cx="11247120" cy="731520"/>
          </a:xfrm>
          <a:prstGeom prst="roundRect">
            <a:avLst>
              <a:gd name="adj" fmla="val 30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1">
                <a:solidFill>
                  <a:srgbClr val="071428"/>
                </a:solidFill>
                <a:latin typeface="Calibri"/>
              </a:rPr>
              <a:t>"5000-student college में हर दिन 200 books — manually track करना almost impossible है"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एक Unified, Secure, Multi-Role Library Operating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91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Secure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bcrypt-hashed passwords + role-based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5544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91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3-Tier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Super Admin → Admin → User hierarchy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5448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916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6916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Book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Add → Issue → Return → Auto-fine — सब automated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3756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3375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Live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Real-time dashboard with Matplotlib charts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2004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33756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3375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Built-in Messaging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840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User और Admin के बीच direct communication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20040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333756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 Emoji"/>
              </a:rPr>
              <a:t>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33756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Multi-Institution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40480"/>
            <a:ext cx="329184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एक codebase, multiple organizations support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846320"/>
            <a:ext cx="11247120" cy="7315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834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  <a:latin typeface="Calibri"/>
              </a:rPr>
              <a:t>"जो काम 6 अलग-अलग tools से होता था, अब एक ही Python application में"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Clean 3-Layer Design — Presentation, Logic,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22860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Layer 1 — Presentation (GUI)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574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F1C40F"/>
                </a:solidFill>
                <a:latin typeface="Consolas"/>
              </a:rPr>
              <a:t>gui_login.py  •  gui_admin.py  •  gui_super_admin.py  •  gui_user.py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AED"/>
                </a:solidFill>
                <a:latin typeface="Calibri"/>
              </a:rPr>
              <a:t>Tkinter widgets के साथ Matplotlib embedded 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063240"/>
            <a:ext cx="228600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Calibri"/>
              </a:rPr>
              <a:t>Layer 2 — Business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118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F1C40F"/>
                </a:solidFill>
                <a:latin typeface="Consolas"/>
              </a:rPr>
              <a:t>auth.py  •  permissions.py  •  messaging.py  •  admin_*.py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AED"/>
                </a:solidFill>
                <a:latin typeface="Calibri"/>
              </a:rPr>
              <a:t>Login flow, RBAC checks, और सारी business rules यहाँ implement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1772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617720"/>
            <a:ext cx="228600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Layer 3 — Data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F1C40F"/>
                </a:solidFill>
                <a:latin typeface="Consolas"/>
              </a:rPr>
              <a:t>db.py (Connection Factory)  •  MySQL Tables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E8EAED"/>
                </a:solidFill>
                <a:latin typeface="Calibri"/>
              </a:rPr>
              <a:t>Users, Members, Books, Transactions, Messages, Institutions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0789920" y="2788920"/>
            <a:ext cx="365760" cy="27432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10789920" y="4343400"/>
            <a:ext cx="365760" cy="274320"/>
          </a:xfrm>
          <a:prstGeom prst="down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Production-Ready Technologies — हर choice के पीछे एक reason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9164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Python 3.10+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Rapid development, huge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64592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🖼️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69164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GUI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574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Tkinter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7744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Native, lightweight, zero dependency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64592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🗄️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69164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574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7744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ACID compliance, reliable, free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5544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64592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69164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0574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bcrypt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37744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Industry-standard password hashing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01752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10896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15468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520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Matplotlib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840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Embedded charts via FigureCanvasTkAgg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01752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310896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40" y="315468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EXCEL 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3520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openpyxl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840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Report generation for admins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01752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10896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🖼️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15468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IMAGING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3520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Pillow (PIL)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3840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Icon और asset rendering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98280" y="301752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10896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Segoe UI Emoji"/>
              </a:rPr>
              <a:t>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38360" y="3154680"/>
            <a:ext cx="19659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1" i="0">
                <a:solidFill>
                  <a:srgbClr val="D4AF37"/>
                </a:solidFill>
                <a:latin typeface="Calibri"/>
              </a:rPr>
              <a:t>DB DRIVER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52044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MySQL Connector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35440" y="38404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Official Python ↔ MySQL bridge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1">
                <a:solidFill>
                  <a:srgbClr val="F1C40F"/>
                </a:solidFill>
                <a:latin typeface="Calibri"/>
              </a:rPr>
              <a:t>💡 हर technology एक specific problem solve करती है — कोई भी choice random नहीं है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7 Killer Features जो इसे Production-Grade बनाते हैं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822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6916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Secure Multi-Role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4884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bcrypt + dual-table lookup (Users + Members tables)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1783080"/>
            <a:ext cx="822960" cy="822960"/>
          </a:xfrm>
          <a:prstGeom prst="ellipse">
            <a:avLst/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822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169164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Complete Book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14884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CRUD + ISBN tracking + multi-copy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3291840"/>
            <a:ext cx="822960" cy="822960"/>
          </a:xfrm>
          <a:prstGeom prst="ellipse">
            <a:avLst/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822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20040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Smart Issue/Return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65760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Auto-calculates fine ₹5/day on late returns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01752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3291840"/>
            <a:ext cx="822960" cy="822960"/>
          </a:xfrm>
          <a:prstGeom prst="ellipse">
            <a:avLst/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383280"/>
            <a:ext cx="822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320040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Live Analytics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65760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Pie chart (Active vs Inactive) + Bar chart (Roles)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262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4800600"/>
            <a:ext cx="822960" cy="822960"/>
          </a:xfrm>
          <a:prstGeom prst="ellipse">
            <a:avLst/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92040"/>
            <a:ext cx="822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70916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Two-Way Messaging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16636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User query → Admin reply → Status tracking (OPEN/CLOSED)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5262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00800" y="4800600"/>
            <a:ext cx="822960" cy="822960"/>
          </a:xfrm>
          <a:prstGeom prst="ellipse">
            <a:avLst/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892040"/>
            <a:ext cx="8229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  <a:latin typeface="Segoe UI Emoji"/>
              </a:rPr>
              <a:t>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4709160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Excel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166360"/>
            <a:ext cx="4114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One-click report generation via openpyxl library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43600"/>
            <a:ext cx="11247120" cy="411480"/>
          </a:xfrm>
          <a:prstGeom prst="roundRect">
            <a:avLst>
              <a:gd name="adj" fmla="val 40000"/>
            </a:avLst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071428"/>
                </a:solidFill>
                <a:latin typeface="Calibri"/>
              </a:rPr>
              <a:t>✨  Bonus: Multi-Institution Isolation — हर query InstitutionID से filtered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Normalized Schema with 7 Core Tables (3NF)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7432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8191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Institutions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116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Multi-org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PK: InstitutionID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554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554480"/>
            <a:ext cx="27432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58191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0116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Admin/Super Admin accounts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FK → Institutions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74320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58191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End-users (Students/Teachers)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FK → Institutions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55448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1554480"/>
            <a:ext cx="274320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158191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Books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01168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Inventory + copy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51460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FK → Institutions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20240" y="32004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200400"/>
            <a:ext cx="2743200" cy="3200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20240" y="322783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Transactions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365760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Issue/Return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1605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FK → Books, Members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32004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00600" y="3200400"/>
            <a:ext cx="274320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22783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UserMessages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65760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Messaging system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1605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Auto-created at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320040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80960" y="3200400"/>
            <a:ext cx="274320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3227832"/>
            <a:ext cx="2743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onsolas"/>
              </a:rPr>
              <a:t>RolePermissions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3657600"/>
            <a:ext cx="24688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Granular RBAC matrix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8120" y="4160520"/>
            <a:ext cx="2468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F1C40F"/>
                </a:solidFill>
                <a:latin typeface="Consolas"/>
              </a:rPr>
              <a:t>Many-to-Many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10000"/>
            </a:avLst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🔗 Key Relationships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Books → Transactions → Members  (1 : N : 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▸  Institutions → Users / Members / Books  (1 : N for each)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F1C40F"/>
                </a:solidFill>
                <a:latin typeface="Calibri"/>
              </a:rPr>
              <a:t>▸  हर query में InstitutionID filter — Multi-tenant data isolation guaranteed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Code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End-to-End Request Lifecycle: Login →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16152" y="1600200"/>
            <a:ext cx="36576" cy="435254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1508760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50876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onsolas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User opens gui_login.py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075688"/>
            <a:ext cx="274320" cy="2743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075688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75688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onsola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075688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Credentials entered → do_login() triggered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2642616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642616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642616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onsolas"/>
              </a:rPr>
              <a:t>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642616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auth.login() — Users table check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3209544"/>
            <a:ext cx="274320" cy="2743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209544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209544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onsolas"/>
              </a:rPr>
              <a:t>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09544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Not found → Members table lookup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3776472"/>
            <a:ext cx="274320" cy="2743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76472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776472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onsolas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776472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security.check_password() — bcrypt verify</a:t>
            </a:r>
          </a:p>
        </p:txBody>
      </p:sp>
      <p:sp>
        <p:nvSpPr>
          <p:cNvPr id="30" name="Oval 29"/>
          <p:cNvSpPr/>
          <p:nvPr/>
        </p:nvSpPr>
        <p:spPr>
          <a:xfrm>
            <a:off x="1097280" y="4343400"/>
            <a:ext cx="274320" cy="27432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343400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34340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D4AF37"/>
                </a:solidFill>
                <a:latin typeface="Consolas"/>
              </a:rPr>
              <a:t>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34340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Returns user dict {Role, InstitutionID}</a:t>
            </a:r>
          </a:p>
        </p:txBody>
      </p:sp>
      <p:sp>
        <p:nvSpPr>
          <p:cNvPr id="34" name="Oval 33"/>
          <p:cNvSpPr/>
          <p:nvPr/>
        </p:nvSpPr>
        <p:spPr>
          <a:xfrm>
            <a:off x="1097280" y="4910328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910328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910328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910328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Role-based routing → 3 possible dashboards</a:t>
            </a:r>
          </a:p>
        </p:txBody>
      </p:sp>
      <p:sp>
        <p:nvSpPr>
          <p:cNvPr id="38" name="Oval 37"/>
          <p:cNvSpPr/>
          <p:nvPr/>
        </p:nvSpPr>
        <p:spPr>
          <a:xfrm>
            <a:off x="1097280" y="5477256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477256"/>
            <a:ext cx="2743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477256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PERMS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477256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permissions.has_permission() loaded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8076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 i="1">
                <a:solidFill>
                  <a:srgbClr val="F1C40F"/>
                </a:solidFill>
                <a:latin typeface="Calibri"/>
              </a:rPr>
              <a:t>🎯 Final Routes:  SUPER_ADMIN → Super Dashboard   |   ADMIN → Admin Dashboard   |   USER → User 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Security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Security First — कोई afterthought नहीं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486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4592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Password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1168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F1C40F"/>
                </a:solidFill>
                <a:latin typeface="Consolas"/>
              </a:rPr>
              <a:t>bcrypt + auto-generated 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Adaptive cost factor — slow by design = brute-force resistant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260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Plain passwords कभी store या log नहीं होते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50876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45920"/>
            <a:ext cx="5486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64592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Role-Based Access (RBAC)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01168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F1C40F"/>
                </a:solidFill>
                <a:latin typeface="Consolas"/>
              </a:rPr>
              <a:t>3-tier hierarchy + granular 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2316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42316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SUPER_ADMIN &gt; ADMIN &gt; USER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9260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InstitutionRolePermissions table से fine-grained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4048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5486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🛡️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97764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SQL Injection Prevention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34340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F1C40F"/>
                </a:solidFill>
                <a:latin typeface="Consolas"/>
              </a:rPr>
              <a:t>Parameterized queries everywhere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548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%s placeholders use होते हैं — कभी string concatenation नहीं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5780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2578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MySQL Connector driver-level protection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84048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77640"/>
            <a:ext cx="54864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Segoe UI Emoji"/>
              </a:rPr>
              <a:t>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97764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Multi-Tenancy Isolation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343400"/>
            <a:ext cx="44805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F1C40F"/>
                </a:solidFill>
                <a:latin typeface="Consolas"/>
              </a:rPr>
              <a:t>InstitutionID filter on every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75488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75488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Institution A का admin Institution B का data कभी नहीं देख सकता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257800"/>
            <a:ext cx="182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25780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Architecture-level guarantee — application bug-proof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Overcome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Real Engineering Problems जो हमने solve किए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00200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Tkinter blocks main thread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011680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Lightweight queries + connection scoped per operation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645920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600200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Multi-tenant data leak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011680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Mandatory InstitutionID filter at query level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70048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07208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761488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Plain → Hashed password migration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72968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One-time fix_passwords.py migration script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670048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807208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761488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Matplotlib in Tkinter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72968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Used FigureCanvasTkAgg backend (non-trivial)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8313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68496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22776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Schema bootstrap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34256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CREATE TABLE IF NOT EXISTS — self-healing schema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831336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968496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922776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Dual login source (Users + Members)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334256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Fallback lookup pattern in auth.py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99262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129784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8406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Late fine edge cases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495544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if late &gt; 0 guard with explicit messaging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4992624"/>
            <a:ext cx="5486400" cy="105156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129784"/>
            <a:ext cx="457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Segoe UI Emoji"/>
              </a:rPr>
              <a:t>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5084064"/>
            <a:ext cx="4709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⚠ Asset management for icons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495544"/>
            <a:ext cx="4709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✓ Centralized assets/ folder + Pillow rendering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Scalability &amp; 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F1C40F"/>
                </a:solidFill>
                <a:latin typeface="Calibri"/>
              </a:rPr>
              <a:t>Desktop App से Cloud-Scale Platform तक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09728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5400000">
            <a:off x="11430000" y="0"/>
            <a:ext cx="758952" cy="758952"/>
          </a:xfrm>
          <a:prstGeom prst="rtTriangl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" y="6492240"/>
            <a:ext cx="182880" cy="1828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029200" cy="21031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✅ Current Scalability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18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5740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Multi-institution architecture पहले से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18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2316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Stateless query layer — connection pooling आसान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18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Modular code → MySQL को PostgreSQL/SQLite से swap easy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182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D4AF37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15468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E8EAED"/>
                </a:solidFill>
                <a:latin typeface="Calibri"/>
              </a:rPr>
              <a:t>Loose coupling — हर module independently deployable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1508760"/>
            <a:ext cx="5943600" cy="484632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64592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🚀 Roadmap (Next 6–12 Months)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10312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Web 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031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Flask/Django backend + React 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2670048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7004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Mobile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Flutter (iOS + Android)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236976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☁️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36976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Cloud Database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236976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PostgreSQL on AWS RDS / Replit 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80390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03904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Notifications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803904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Email (SMTP) + SMS (Twilio) reminders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370832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370832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Advanced Search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370832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Full-text search via tsvector / Elasticsearch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937760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93776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AI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9377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Collaborative filtering for book suggestions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5504688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 Emoji"/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50468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1C40F"/>
                </a:solidFill>
                <a:latin typeface="Calibri"/>
              </a:rPr>
              <a:t>BI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504688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E8EAED"/>
                </a:solidFill>
                <a:latin typeface="Calibri"/>
              </a:rPr>
              <a:t>Power BI / Metabase integration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749039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071428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886200"/>
            <a:ext cx="46634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💡 Vision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297680"/>
            <a:ext cx="466344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E8EAED"/>
                </a:solidFill>
                <a:latin typeface="Calibri"/>
              </a:rPr>
              <a:t>यह सिर्फ एक desktop app नहीं — यह एक platform foundation है जिसे SaaS भी बनाया जा सकता है।
Current schema पहले से multi-tenant ready है। SaaS conversion के लिए सिर्फ authentication layer को OAuth/JWT पे shift करना है, बाकी सब काम करेगा।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0B8C4"/>
                </a:solidFill>
                <a:latin typeface="Calibri"/>
              </a:rPr>
              <a:t>Multi-Role Library Management System  |  Ajeet Prasad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D4AF37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noFill/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noFill/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80" y="457200"/>
            <a:ext cx="17373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6400" b="1" i="0">
                <a:solidFill>
                  <a:srgbClr val="D4AF37"/>
                </a:solidFill>
                <a:latin typeface="Calibri"/>
              </a:rPr>
              <a:t>धन्यवाद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560320"/>
            <a:ext cx="9418320" cy="18288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1" i="0">
                <a:solidFill>
                  <a:srgbClr val="D4AF37"/>
                </a:solidFill>
                <a:latin typeface="Calibri"/>
              </a:rPr>
              <a:t>✨ यह Project क्यों Stand Out करता है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8503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End-to-end ownership — UI, logic, DB, security — सब design किया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01568"/>
            <a:ext cx="8503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Production-grade decisions — bcrypt, RBAC, multi-tenancy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94176"/>
            <a:ext cx="8503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15+ modules, clean architecture, ~3000 lines of meaningful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986784"/>
            <a:ext cx="8503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Real-world ready — कल किसी library में deploy हो सकता है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72000"/>
            <a:ext cx="9418320" cy="1371600"/>
          </a:xfrm>
          <a:prstGeom prst="roundRect">
            <a:avLst>
              <a:gd name="adj" fmla="val 8000"/>
            </a:avLst>
          </a:prstGeom>
          <a:solidFill>
            <a:srgbClr val="142B4D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70916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1C40F"/>
                </a:solidFill>
                <a:latin typeface="Calibri"/>
              </a:rPr>
              <a:t>📬 Connect With 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7492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Ajeet Prasad  |  Senior Developer &amp; Full-Stack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40680"/>
            <a:ext cx="9418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E8EAED"/>
                </a:solidFill>
                <a:latin typeface="Calibri"/>
              </a:rPr>
              <a:t>📧  ajeetkumarbarh52@gmail.com    🔗  linkedin.com/in/ajeet-prasad-dev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1">
                <a:solidFill>
                  <a:srgbClr val="D4AF37"/>
                </a:solidFill>
                <a:latin typeface="Calibri"/>
              </a:rPr>
              <a:t>"अगर कोई library मुझे आज ये system deploy करने को कहे — मैं कल से ready हूँ।"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